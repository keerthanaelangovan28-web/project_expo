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65" r:id="rId5"/>
    <p:sldId id="259" r:id="rId6"/>
    <p:sldId id="258" r:id="rId7"/>
    <p:sldId id="260" r:id="rId8"/>
    <p:sldId id="261" r:id="rId9"/>
    <p:sldId id="262" r:id="rId10"/>
    <p:sldId id="263" r:id="rId11"/>
  </p:sldIdLst>
  <p:sldSz cx="18288000" cy="10287000"/>
  <p:notesSz cx="6858000" cy="9144000"/>
  <p:embeddedFontLst>
    <p:embeddedFont>
      <p:font typeface="ＭＳ Ｐゴシック" panose="020B0600070205080204" pitchFamily="34" charset="-128"/>
      <p:regular r:id="rId13"/>
    </p:embeddedFont>
    <p:embeddedFont>
      <p:font typeface="Algerian" panose="04020705040A02060702" pitchFamily="82" charset="0"/>
      <p:regular r:id="rId14"/>
    </p:embeddedFont>
    <p:embeddedFont>
      <p:font typeface="Arial Rounded MT Bold" panose="020F0704030504030204" pitchFamily="3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5593" autoAdjust="0"/>
  </p:normalViewPr>
  <p:slideViewPr>
    <p:cSldViewPr>
      <p:cViewPr varScale="1">
        <p:scale>
          <a:sx n="61" d="100"/>
          <a:sy n="61" d="100"/>
        </p:scale>
        <p:origin x="32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E0A05-FC3D-4FE2-A824-6BD01198F83D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223A8-AE79-4298-8971-4068696906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78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223A8-AE79-4298-8971-4068696906F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726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" y="0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06DF3-D6F5-DAB1-A491-7FB250B6EDA4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ptos" panose="020B0004020202020204" pitchFamily="34" charset="0"/>
              </a:rPr>
              <a:t>Team 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0C6B41-7F94-A9C7-7D76-E67EAECC8C73}"/>
              </a:ext>
            </a:extLst>
          </p:cNvPr>
          <p:cNvSpPr txBox="1"/>
          <p:nvPr/>
        </p:nvSpPr>
        <p:spPr>
          <a:xfrm>
            <a:off x="152400" y="2636320"/>
            <a:ext cx="754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Project Title :</a:t>
            </a:r>
            <a:endParaRPr lang="en-IN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41F3F-55ED-308C-0B60-CE59866867DB}"/>
              </a:ext>
            </a:extLst>
          </p:cNvPr>
          <p:cNvSpPr txBox="1"/>
          <p:nvPr/>
        </p:nvSpPr>
        <p:spPr>
          <a:xfrm>
            <a:off x="152400" y="4077452"/>
            <a:ext cx="952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Project Domain:</a:t>
            </a:r>
            <a:endParaRPr lang="en-IN" sz="4000" b="1" dirty="0"/>
          </a:p>
          <a:p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F6709B-E598-A61C-C465-2E1198200B55}"/>
              </a:ext>
            </a:extLst>
          </p:cNvPr>
          <p:cNvSpPr txBox="1"/>
          <p:nvPr/>
        </p:nvSpPr>
        <p:spPr>
          <a:xfrm>
            <a:off x="228600" y="5518978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Team Name :</a:t>
            </a:r>
            <a:endParaRPr lang="en-IN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F666E-11A1-1068-02BA-ABAC7B82EBF9}"/>
              </a:ext>
            </a:extLst>
          </p:cNvPr>
          <p:cNvSpPr txBox="1"/>
          <p:nvPr/>
        </p:nvSpPr>
        <p:spPr>
          <a:xfrm>
            <a:off x="241852" y="7098039"/>
            <a:ext cx="563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Team Members 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7E525C-933E-7443-6127-FBCC73196487}"/>
              </a:ext>
            </a:extLst>
          </p:cNvPr>
          <p:cNvSpPr/>
          <p:nvPr/>
        </p:nvSpPr>
        <p:spPr>
          <a:xfrm>
            <a:off x="0" y="9960166"/>
            <a:ext cx="18364200" cy="38587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11D44F-7BBC-E2C5-0461-910037D292A2}"/>
              </a:ext>
            </a:extLst>
          </p:cNvPr>
          <p:cNvSpPr txBox="1"/>
          <p:nvPr/>
        </p:nvSpPr>
        <p:spPr>
          <a:xfrm>
            <a:off x="8039100" y="9977968"/>
            <a:ext cx="937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@KEC PROJXPO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73AA56-21CF-3436-1460-C37E6F574E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-84341"/>
            <a:ext cx="1972253" cy="13143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26CA1-DEF3-1B8F-518F-F910336D0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B970F2E-2A5D-C92C-7099-8459EF033150}"/>
              </a:ext>
            </a:extLst>
          </p:cNvPr>
          <p:cNvSpPr/>
          <p:nvPr/>
        </p:nvSpPr>
        <p:spPr>
          <a:xfrm>
            <a:off x="-152400" y="0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9B755-7ABC-61E6-78F9-379739CB4827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ptos" panose="020B0004020202020204" pitchFamily="34" charset="0"/>
              </a:rPr>
              <a:t>Team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273F1-7DB0-D0E3-D7FE-4B20AEE36117}"/>
              </a:ext>
            </a:extLst>
          </p:cNvPr>
          <p:cNvSpPr txBox="1"/>
          <p:nvPr/>
        </p:nvSpPr>
        <p:spPr>
          <a:xfrm>
            <a:off x="5743232" y="2933700"/>
            <a:ext cx="9525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  <a:t>PROBLEM STATEMENT </a:t>
            </a:r>
            <a:endParaRPr lang="en-IN" sz="4400" b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IN" sz="4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951DC5-0ED0-44DB-0D47-9AC20EBFFFC3}"/>
              </a:ext>
            </a:extLst>
          </p:cNvPr>
          <p:cNvSpPr/>
          <p:nvPr/>
        </p:nvSpPr>
        <p:spPr>
          <a:xfrm>
            <a:off x="-120041" y="9870120"/>
            <a:ext cx="184404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8BE749-0E2A-85B6-D97B-91EE1E4658B1}"/>
              </a:ext>
            </a:extLst>
          </p:cNvPr>
          <p:cNvSpPr txBox="1"/>
          <p:nvPr/>
        </p:nvSpPr>
        <p:spPr>
          <a:xfrm>
            <a:off x="7557418" y="9882124"/>
            <a:ext cx="769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@KEC PROJXPO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0E89EB-B9F4-7A75-15FC-DE2F2C4554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-35490"/>
            <a:ext cx="1972253" cy="131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20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BF89-6381-5288-36CA-C1778E8D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9060EF-C853-222D-742B-1A484CE06603}"/>
              </a:ext>
            </a:extLst>
          </p:cNvPr>
          <p:cNvSpPr/>
          <p:nvPr/>
        </p:nvSpPr>
        <p:spPr>
          <a:xfrm>
            <a:off x="-152400" y="0"/>
            <a:ext cx="18364200" cy="10096305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E86106-D554-E87E-C081-942FD0530E7C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ptos" panose="020B0004020202020204" pitchFamily="34" charset="0"/>
              </a:rPr>
              <a:t>Team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66408C-F04D-8C64-F641-A5E9E94D328E}"/>
              </a:ext>
            </a:extLst>
          </p:cNvPr>
          <p:cNvSpPr txBox="1"/>
          <p:nvPr/>
        </p:nvSpPr>
        <p:spPr>
          <a:xfrm>
            <a:off x="1447800" y="3976963"/>
            <a:ext cx="15087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 (Describe your Idea/Solution/Prototype)</a:t>
            </a:r>
            <a:endParaRPr lang="en-US" sz="4000" dirty="0">
              <a:latin typeface="Arial" pitchFamily="34" charset="0"/>
              <a:cs typeface="Arial" pitchFamily="34" charset="0"/>
            </a:endParaRPr>
          </a:p>
          <a:p>
            <a:endParaRPr lang="en-US" sz="4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cs typeface="Arial" pitchFamily="34" charset="0"/>
              </a:rPr>
              <a:t>Detailed explanation of the proposed solution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cs typeface="Arial" pitchFamily="34" charset="0"/>
              </a:rPr>
              <a:t>How it addresses the problem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6AF8-2F4C-2586-B165-4957A0B37D3A}"/>
              </a:ext>
            </a:extLst>
          </p:cNvPr>
          <p:cNvSpPr txBox="1"/>
          <p:nvPr/>
        </p:nvSpPr>
        <p:spPr>
          <a:xfrm>
            <a:off x="4800600" y="1963889"/>
            <a:ext cx="14554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04A441-F3BF-1C2D-B016-97DCF0E52868}"/>
              </a:ext>
            </a:extLst>
          </p:cNvPr>
          <p:cNvSpPr/>
          <p:nvPr/>
        </p:nvSpPr>
        <p:spPr>
          <a:xfrm>
            <a:off x="-92379" y="9832410"/>
            <a:ext cx="18364200" cy="45458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E288AC-DE9E-F069-3768-092DF995015D}"/>
              </a:ext>
            </a:extLst>
          </p:cNvPr>
          <p:cNvSpPr txBox="1"/>
          <p:nvPr/>
        </p:nvSpPr>
        <p:spPr>
          <a:xfrm>
            <a:off x="7391400" y="9832410"/>
            <a:ext cx="3276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@KEC PROJXPO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E42980-A27D-8BEE-6C5F-808619D3BD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-57345"/>
            <a:ext cx="1972253" cy="131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96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39747-66AF-C2C0-83E2-9F8F5D5C0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C6AE47-4504-9292-EEFB-19B053587054}"/>
              </a:ext>
            </a:extLst>
          </p:cNvPr>
          <p:cNvSpPr/>
          <p:nvPr/>
        </p:nvSpPr>
        <p:spPr>
          <a:xfrm>
            <a:off x="2088" y="0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9A702-D744-47E8-B8C7-E7E313F759F8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ptos" panose="020B0004020202020204" pitchFamily="34" charset="0"/>
              </a:rPr>
              <a:t>Team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2375C-DBC4-E84E-C229-F7102FA6B31E}"/>
              </a:ext>
            </a:extLst>
          </p:cNvPr>
          <p:cNvSpPr txBox="1"/>
          <p:nvPr/>
        </p:nvSpPr>
        <p:spPr>
          <a:xfrm>
            <a:off x="-152400" y="2705100"/>
            <a:ext cx="15087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EC3FCF-78FD-BD69-AC4D-08634BE4753C}"/>
              </a:ext>
            </a:extLst>
          </p:cNvPr>
          <p:cNvSpPr/>
          <p:nvPr/>
        </p:nvSpPr>
        <p:spPr>
          <a:xfrm>
            <a:off x="62108" y="9834630"/>
            <a:ext cx="1838038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9C561-81C1-ACC2-A6F8-AFC5ED9E5703}"/>
              </a:ext>
            </a:extLst>
          </p:cNvPr>
          <p:cNvSpPr txBox="1"/>
          <p:nvPr/>
        </p:nvSpPr>
        <p:spPr>
          <a:xfrm>
            <a:off x="7772400" y="9834630"/>
            <a:ext cx="8458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@KEC PROJXPO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35090E-17A7-32D4-0ADE-2785DA167D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147" y="-76072"/>
            <a:ext cx="1972253" cy="13143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9A2AEB-3FDD-42F8-E6C7-62567CB36BEE}"/>
              </a:ext>
            </a:extLst>
          </p:cNvPr>
          <p:cNvSpPr txBox="1"/>
          <p:nvPr/>
        </p:nvSpPr>
        <p:spPr>
          <a:xfrm>
            <a:off x="2971800" y="2635592"/>
            <a:ext cx="1501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IMPACT : SDG MAPPING OF THE PROJECT </a:t>
            </a:r>
          </a:p>
        </p:txBody>
      </p:sp>
    </p:spTree>
    <p:extLst>
      <p:ext uri="{BB962C8B-B14F-4D97-AF65-F5344CB8AC3E}">
        <p14:creationId xmlns:p14="http://schemas.microsoft.com/office/powerpoint/2010/main" val="1850299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AA15-7884-A1B2-A06D-D26C729D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B3223CF-AA74-D5D3-B242-B4D3D9371744}"/>
              </a:ext>
            </a:extLst>
          </p:cNvPr>
          <p:cNvSpPr/>
          <p:nvPr/>
        </p:nvSpPr>
        <p:spPr>
          <a:xfrm>
            <a:off x="-152400" y="0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7CF5D-6204-51C1-4967-CB741EA7D935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ptos" panose="020B0004020202020204" pitchFamily="34" charset="0"/>
              </a:rPr>
              <a:t>Team 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4D3392-7198-F83D-0987-2F63D310E783}"/>
              </a:ext>
            </a:extLst>
          </p:cNvPr>
          <p:cNvSpPr txBox="1"/>
          <p:nvPr/>
        </p:nvSpPr>
        <p:spPr>
          <a:xfrm>
            <a:off x="762001" y="4019054"/>
            <a:ext cx="1672979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4000" dirty="0">
                <a:cs typeface="Arial" pitchFamily="34" charset="0"/>
              </a:rPr>
              <a:t>Technologies to be used (e.g. programming languages, frameworks, hardware)</a:t>
            </a:r>
          </a:p>
          <a:p>
            <a:pPr algn="just"/>
            <a:endParaRPr lang="en-US" sz="4000" dirty="0"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4000" dirty="0">
                <a:cs typeface="Arial" pitchFamily="34" charset="0"/>
              </a:rPr>
              <a:t>Methodology and process for implementation (Flow Charts/Images/ working prototype)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AE608-BE31-97F0-F6C4-3DF2BF2432B9}"/>
              </a:ext>
            </a:extLst>
          </p:cNvPr>
          <p:cNvSpPr txBox="1"/>
          <p:nvPr/>
        </p:nvSpPr>
        <p:spPr>
          <a:xfrm>
            <a:off x="5055704" y="2086402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 APPROACH</a:t>
            </a:r>
            <a:endParaRPr lang="en-IN" sz="4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B69F58-BD0A-0108-6999-BC2846306B76}"/>
              </a:ext>
            </a:extLst>
          </p:cNvPr>
          <p:cNvSpPr/>
          <p:nvPr/>
        </p:nvSpPr>
        <p:spPr>
          <a:xfrm>
            <a:off x="-76200" y="9834630"/>
            <a:ext cx="183642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E8EDF-45DF-B0AF-4C70-A0266F6A2674}"/>
              </a:ext>
            </a:extLst>
          </p:cNvPr>
          <p:cNvSpPr txBox="1"/>
          <p:nvPr/>
        </p:nvSpPr>
        <p:spPr>
          <a:xfrm>
            <a:off x="7696200" y="9858543"/>
            <a:ext cx="6934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@KEC PROJXPO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684499-17E4-A18A-55BA-183D76BF22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-62775"/>
            <a:ext cx="1972253" cy="131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15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DD2DF-BFC5-0784-885B-FADB7EB2B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C626CD7-EE33-8BC2-7A8B-D36C645E58C8}"/>
              </a:ext>
            </a:extLst>
          </p:cNvPr>
          <p:cNvSpPr/>
          <p:nvPr/>
        </p:nvSpPr>
        <p:spPr>
          <a:xfrm>
            <a:off x="-152400" y="0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60BF4E-5517-D8CD-435D-0768C1240FDF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ptos" panose="020B0004020202020204" pitchFamily="34" charset="0"/>
              </a:rPr>
              <a:t>Team 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777F44-80B8-E456-6991-CE3764740241}"/>
              </a:ext>
            </a:extLst>
          </p:cNvPr>
          <p:cNvSpPr txBox="1"/>
          <p:nvPr/>
        </p:nvSpPr>
        <p:spPr>
          <a:xfrm>
            <a:off x="4648200" y="2224859"/>
            <a:ext cx="10134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IN" sz="4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7C721-F3A3-2D6E-75C0-316A3DF48206}"/>
              </a:ext>
            </a:extLst>
          </p:cNvPr>
          <p:cNvSpPr txBox="1"/>
          <p:nvPr/>
        </p:nvSpPr>
        <p:spPr>
          <a:xfrm>
            <a:off x="1371600" y="4382132"/>
            <a:ext cx="17907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prstClr val="black"/>
                </a:solidFill>
                <a:latin typeface="+mj-lt"/>
                <a:cs typeface="Arial" pitchFamily="34" charset="0"/>
              </a:rPr>
              <a:t>Analysis of the feasibility of the idea</a:t>
            </a:r>
            <a:endParaRPr lang="en-US" sz="4000" dirty="0">
              <a:solidFill>
                <a:prstClr val="black"/>
              </a:solidFill>
              <a:latin typeface="+mj-lt"/>
              <a:ea typeface="ＭＳ Ｐゴシック" pitchFamily="1" charset="-128"/>
              <a:cs typeface="Arial" pitchFamily="34" charset="0"/>
            </a:endParaRPr>
          </a:p>
          <a:p>
            <a:pPr marL="342900" lvl="0" indent="-342900" algn="just"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prstClr val="black"/>
                </a:solidFill>
                <a:latin typeface="+mj-lt"/>
                <a:cs typeface="Arial" pitchFamily="34" charset="0"/>
              </a:rPr>
              <a:t>Potential challenges and risks</a:t>
            </a:r>
          </a:p>
          <a:p>
            <a:pPr marL="342900" lvl="0" indent="-342900" algn="just"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prstClr val="black"/>
                </a:solidFill>
                <a:latin typeface="+mj-lt"/>
                <a:ea typeface="ＭＳ Ｐゴシック" pitchFamily="1" charset="-128"/>
                <a:cs typeface="Arial" pitchFamily="34" charset="0"/>
              </a:rPr>
              <a:t>Strategies for overcoming these challenges</a:t>
            </a:r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1BC431-C645-F301-CE95-C124414649B4}"/>
              </a:ext>
            </a:extLst>
          </p:cNvPr>
          <p:cNvSpPr/>
          <p:nvPr/>
        </p:nvSpPr>
        <p:spPr>
          <a:xfrm>
            <a:off x="-76200" y="9834630"/>
            <a:ext cx="183642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300B7-031A-1CCB-2C30-76330237328E}"/>
              </a:ext>
            </a:extLst>
          </p:cNvPr>
          <p:cNvSpPr txBox="1"/>
          <p:nvPr/>
        </p:nvSpPr>
        <p:spPr>
          <a:xfrm>
            <a:off x="7772400" y="9845590"/>
            <a:ext cx="51054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@KEC PROJXPO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FB7C8F-C2F7-5BD3-C890-947AC43B94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-50555"/>
            <a:ext cx="1972253" cy="131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398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00463-F764-6DE4-10DA-A69BCEBC0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1FDA43-0E49-CC33-E12D-075510FA0161}"/>
              </a:ext>
            </a:extLst>
          </p:cNvPr>
          <p:cNvSpPr/>
          <p:nvPr/>
        </p:nvSpPr>
        <p:spPr>
          <a:xfrm>
            <a:off x="-152400" y="0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FD0F1-CFA0-5B61-A20E-21C359F5B98F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ptos" panose="020B0004020202020204" pitchFamily="34" charset="0"/>
              </a:rPr>
              <a:t>Team 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EE92E-F6F6-01FE-C683-87759BB30355}"/>
              </a:ext>
            </a:extLst>
          </p:cNvPr>
          <p:cNvSpPr txBox="1"/>
          <p:nvPr/>
        </p:nvSpPr>
        <p:spPr>
          <a:xfrm>
            <a:off x="5029200" y="2256183"/>
            <a:ext cx="1127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IN" sz="4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59F6FC-6D46-981E-B55A-05908AF48E69}"/>
              </a:ext>
            </a:extLst>
          </p:cNvPr>
          <p:cNvSpPr txBox="1"/>
          <p:nvPr/>
        </p:nvSpPr>
        <p:spPr>
          <a:xfrm>
            <a:off x="1371600" y="4453385"/>
            <a:ext cx="17830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prstClr val="black"/>
                </a:solidFill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lvl="0" indent="-342900" algn="just"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4000" dirty="0">
              <a:solidFill>
                <a:prstClr val="black"/>
              </a:solidFill>
              <a:ea typeface="ＭＳ Ｐゴシック" pitchFamily="1" charset="-128"/>
              <a:cs typeface="Arial" pitchFamily="34" charset="0"/>
            </a:endParaRPr>
          </a:p>
          <a:p>
            <a:pPr marL="342900" lvl="0" indent="-342900" algn="just"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4000" dirty="0">
                <a:solidFill>
                  <a:prstClr val="black"/>
                </a:solidFill>
                <a:cs typeface="Arial" pitchFamily="34" charset="0"/>
              </a:rPr>
              <a:t>Benefits of the solution (social, economic, environmental, etc.)</a:t>
            </a:r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8A148E-78DC-D623-E1D5-95623677B849}"/>
              </a:ext>
            </a:extLst>
          </p:cNvPr>
          <p:cNvSpPr/>
          <p:nvPr/>
        </p:nvSpPr>
        <p:spPr>
          <a:xfrm>
            <a:off x="-76200" y="9858939"/>
            <a:ext cx="183642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5DD289-CC25-ED47-5817-5B7BACA6730B}"/>
              </a:ext>
            </a:extLst>
          </p:cNvPr>
          <p:cNvSpPr txBox="1"/>
          <p:nvPr/>
        </p:nvSpPr>
        <p:spPr>
          <a:xfrm>
            <a:off x="7467600" y="9865724"/>
            <a:ext cx="70104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@KEC PROJXPO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6BD723-5D1D-39AE-20F7-2B3037F06C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-50500"/>
            <a:ext cx="1972253" cy="131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48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4EFA3-8D67-4BE2-79AC-77DE4E758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66EC8F-9E0F-2347-E561-E36931A96CA9}"/>
              </a:ext>
            </a:extLst>
          </p:cNvPr>
          <p:cNvSpPr/>
          <p:nvPr/>
        </p:nvSpPr>
        <p:spPr>
          <a:xfrm>
            <a:off x="-165652" y="-190696"/>
            <a:ext cx="18440400" cy="10477695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4A4EE1-1FC9-444C-F39B-0545927F9675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ptos" panose="020B0004020202020204" pitchFamily="34" charset="0"/>
              </a:rPr>
              <a:t>Team 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A05DA-9BF5-1C04-520A-517E3BBB7DFE}"/>
              </a:ext>
            </a:extLst>
          </p:cNvPr>
          <p:cNvSpPr txBox="1"/>
          <p:nvPr/>
        </p:nvSpPr>
        <p:spPr>
          <a:xfrm>
            <a:off x="4495800" y="2171700"/>
            <a:ext cx="1120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IN" sz="4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C8CC07-D77E-BCA4-AC69-6CF55CEE5FE8}"/>
              </a:ext>
            </a:extLst>
          </p:cNvPr>
          <p:cNvSpPr txBox="1"/>
          <p:nvPr/>
        </p:nvSpPr>
        <p:spPr>
          <a:xfrm>
            <a:off x="1066800" y="4347700"/>
            <a:ext cx="17526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prstClr val="black"/>
                </a:solidFill>
                <a:latin typeface="+mj-lt"/>
                <a:cs typeface="Arial" pitchFamily="34" charset="0"/>
              </a:rPr>
              <a:t>Details / Links of the reference and research work</a:t>
            </a:r>
            <a:endParaRPr lang="en-US" sz="4000" dirty="0">
              <a:solidFill>
                <a:prstClr val="black"/>
              </a:solidFill>
              <a:latin typeface="+mj-lt"/>
              <a:ea typeface="ＭＳ Ｐゴシック" pitchFamily="1" charset="-128"/>
              <a:cs typeface="Arial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E5D332-A2F5-3D98-B217-CBC6A4AA889E}"/>
              </a:ext>
            </a:extLst>
          </p:cNvPr>
          <p:cNvSpPr/>
          <p:nvPr/>
        </p:nvSpPr>
        <p:spPr>
          <a:xfrm>
            <a:off x="-122129" y="9834629"/>
            <a:ext cx="184404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A938B2-DD2E-FBBE-9B9C-E547DF532484}"/>
              </a:ext>
            </a:extLst>
          </p:cNvPr>
          <p:cNvSpPr txBox="1"/>
          <p:nvPr/>
        </p:nvSpPr>
        <p:spPr>
          <a:xfrm>
            <a:off x="7391400" y="9834629"/>
            <a:ext cx="5410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@KEC PROJXPO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FD2726-05AE-F6E1-3CBC-7A25CB35D2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-266372"/>
            <a:ext cx="1972253" cy="131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1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64160-7399-10CD-8208-F6B6E2B37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31DF69-8AF1-C972-A6B6-FEA9CC7F35AD}"/>
              </a:ext>
            </a:extLst>
          </p:cNvPr>
          <p:cNvSpPr/>
          <p:nvPr/>
        </p:nvSpPr>
        <p:spPr>
          <a:xfrm>
            <a:off x="-152400" y="0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5B775-F99B-1E14-BC79-C6051919640E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ptos" panose="020B0004020202020204" pitchFamily="34" charset="0"/>
              </a:rPr>
              <a:t>Team 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A8A614-4859-B9E6-D5E5-28990650A0ED}"/>
              </a:ext>
            </a:extLst>
          </p:cNvPr>
          <p:cNvSpPr txBox="1"/>
          <p:nvPr/>
        </p:nvSpPr>
        <p:spPr>
          <a:xfrm>
            <a:off x="4572000" y="1638300"/>
            <a:ext cx="144780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4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F201C-5163-8EAC-CD64-1A9958EB3B59}"/>
              </a:ext>
            </a:extLst>
          </p:cNvPr>
          <p:cNvSpPr txBox="1"/>
          <p:nvPr/>
        </p:nvSpPr>
        <p:spPr>
          <a:xfrm>
            <a:off x="3429000" y="3046647"/>
            <a:ext cx="17754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dk1"/>
                </a:solidFill>
                <a:ea typeface="Calibri"/>
                <a:cs typeface="Arial" panose="020B0604020202020204" pitchFamily="34" charset="0"/>
              </a:rPr>
              <a:t>Please ensure below pointers are met while submitting the Idea PPT</a:t>
            </a:r>
            <a:endParaRPr lang="en-IN" sz="2800" b="1" dirty="0">
              <a:solidFill>
                <a:schemeClr val="dk1"/>
              </a:solidFill>
              <a:ea typeface="Calibri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DCB5B3-8ED4-74A7-1C9D-7FC5490240C8}"/>
              </a:ext>
            </a:extLst>
          </p:cNvPr>
          <p:cNvSpPr txBox="1"/>
          <p:nvPr/>
        </p:nvSpPr>
        <p:spPr>
          <a:xfrm>
            <a:off x="0" y="4000500"/>
            <a:ext cx="18135600" cy="3206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just">
              <a:lnSpc>
                <a:spcPct val="90000"/>
              </a:lnSpc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ten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(10). </a:t>
            </a:r>
            <a:r>
              <a:rPr lang="en-US" sz="20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template for making the PPT without changing the idea details pointers (mentioned in previous slides).</a:t>
            </a:r>
          </a:p>
          <a:p>
            <a:pPr marL="514350" lvl="0" indent="-51435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20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Project Expo website. No PPT, Word Doc or any other format will be supported.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349885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endParaRPr lang="en-US" sz="2000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Project Expo website.</a:t>
            </a:r>
            <a:endParaRPr lang="en-IN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A5C962-9819-05B5-8D89-6407D7F93C70}"/>
              </a:ext>
            </a:extLst>
          </p:cNvPr>
          <p:cNvSpPr/>
          <p:nvPr/>
        </p:nvSpPr>
        <p:spPr>
          <a:xfrm>
            <a:off x="-127000" y="9847330"/>
            <a:ext cx="184404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299EA-11B9-A83A-993C-8574DF7AF8B4}"/>
              </a:ext>
            </a:extLst>
          </p:cNvPr>
          <p:cNvSpPr txBox="1"/>
          <p:nvPr/>
        </p:nvSpPr>
        <p:spPr>
          <a:xfrm>
            <a:off x="7162800" y="9840604"/>
            <a:ext cx="5334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@KEC PROJXPO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CBD635-F653-B1C4-1777-5703168707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-63329"/>
            <a:ext cx="1972253" cy="131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681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6F1D6-CCA0-3A9F-C322-DB22E357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70D030-46AD-14BC-97AB-1984075F8AF8}"/>
              </a:ext>
            </a:extLst>
          </p:cNvPr>
          <p:cNvSpPr/>
          <p:nvPr/>
        </p:nvSpPr>
        <p:spPr>
          <a:xfrm>
            <a:off x="-158663" y="0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559F29-535F-BAFC-E3F7-46B882D56706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ptos" panose="020B0004020202020204" pitchFamily="34" charset="0"/>
              </a:rPr>
              <a:t>Team Name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5E2AD8-3721-79CC-8CD3-2DACCD18670E}"/>
              </a:ext>
            </a:extLst>
          </p:cNvPr>
          <p:cNvSpPr txBox="1"/>
          <p:nvPr/>
        </p:nvSpPr>
        <p:spPr>
          <a:xfrm>
            <a:off x="990600" y="2217829"/>
            <a:ext cx="14630400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/>
          </a:p>
          <a:p>
            <a:r>
              <a:rPr lang="en-US" sz="3200" dirty="0">
                <a:latin typeface="Algerian" panose="04020705040A02060702" pitchFamily="82" charset="0"/>
              </a:rPr>
              <a:t>                                    Technical Specifications </a:t>
            </a:r>
          </a:p>
          <a:p>
            <a:endParaRPr lang="en-US" sz="3200" dirty="0">
              <a:latin typeface="Algerian" panose="04020705040A02060702" pitchFamily="82" charset="0"/>
            </a:endParaRPr>
          </a:p>
          <a:p>
            <a:r>
              <a:rPr lang="en-US" sz="2800" dirty="0">
                <a:latin typeface="Arial Rounded MT Bold" panose="020F0704030504030204" pitchFamily="34" charset="0"/>
              </a:rPr>
              <a:t>Duration :  </a:t>
            </a:r>
            <a:r>
              <a:rPr lang="en-US" sz="3200" dirty="0">
                <a:latin typeface="+mj-lt"/>
              </a:rPr>
              <a:t>Minimum 1 minute, Maximum 2 minutes.</a:t>
            </a:r>
            <a:r>
              <a:rPr lang="en-US" sz="3200" b="1" dirty="0">
                <a:latin typeface="+mj-lt"/>
              </a:rPr>
              <a:t> </a:t>
            </a:r>
          </a:p>
          <a:p>
            <a:r>
              <a:rPr lang="en-US" sz="2800" dirty="0">
                <a:latin typeface="Arial Rounded MT Bold" panose="020F0704030504030204" pitchFamily="34" charset="0"/>
              </a:rPr>
              <a:t>Format :</a:t>
            </a:r>
            <a:r>
              <a:rPr lang="en-US" sz="3200" dirty="0">
                <a:latin typeface="Arial Rounded MT Bold" panose="020F0704030504030204" pitchFamily="34" charset="0"/>
              </a:rPr>
              <a:t>  </a:t>
            </a:r>
            <a:r>
              <a:rPr lang="en-US" sz="3200" dirty="0">
                <a:latin typeface="+mj-lt"/>
              </a:rPr>
              <a:t>Must be in MP4 format.</a:t>
            </a:r>
          </a:p>
          <a:p>
            <a:r>
              <a:rPr lang="en-US" sz="2800" dirty="0">
                <a:latin typeface="Arial Rounded MT Bold" panose="020F0704030504030204" pitchFamily="34" charset="0"/>
              </a:rPr>
              <a:t>Orientation:  </a:t>
            </a:r>
            <a:r>
              <a:rPr lang="en-US" sz="3200" dirty="0">
                <a:latin typeface="+mj-lt"/>
              </a:rPr>
              <a:t>Landscape (horizontal) only.</a:t>
            </a:r>
          </a:p>
          <a:p>
            <a:r>
              <a:rPr lang="en-US" sz="2800" dirty="0">
                <a:latin typeface="Arial Rounded MT Bold" panose="020F0704030504030204" pitchFamily="34" charset="0"/>
              </a:rPr>
              <a:t>Resolution:  </a:t>
            </a:r>
            <a:r>
              <a:rPr lang="en-US" sz="3200" dirty="0">
                <a:latin typeface="+mj-lt"/>
              </a:rPr>
              <a:t>Minimum 720p HD (ensure clarity).</a:t>
            </a:r>
          </a:p>
          <a:p>
            <a:r>
              <a:rPr lang="en-US" sz="2800" dirty="0">
                <a:latin typeface="Arial Rounded MT Bold" panose="020F0704030504030204" pitchFamily="34" charset="0"/>
              </a:rPr>
              <a:t>Audio:  </a:t>
            </a:r>
            <a:r>
              <a:rPr lang="en-US" sz="3200" dirty="0">
                <a:latin typeface="+mj-lt"/>
              </a:rPr>
              <a:t>Voiceover or sound must be clear, audible and free from background noise. </a:t>
            </a:r>
          </a:p>
          <a:p>
            <a:endParaRPr lang="en-US" sz="3200" dirty="0">
              <a:latin typeface="+mj-lt"/>
            </a:endParaRPr>
          </a:p>
          <a:p>
            <a:r>
              <a:rPr lang="en-US" sz="3200" dirty="0">
                <a:latin typeface="Algerian" panose="04020705040A02060702" pitchFamily="82" charset="0"/>
              </a:rPr>
              <a:t>                                      Content &amp; Submission </a:t>
            </a:r>
          </a:p>
          <a:p>
            <a:endParaRPr lang="en-US" sz="3200" dirty="0">
              <a:latin typeface="Algerian" panose="04020705040A02060702" pitchFamily="82" charset="0"/>
            </a:endParaRPr>
          </a:p>
          <a:p>
            <a:r>
              <a:rPr lang="en-US" sz="2800" dirty="0">
                <a:latin typeface="Arial Rounded MT Bold" panose="020F0704030504030204" pitchFamily="34" charset="0"/>
              </a:rPr>
              <a:t>Core Content:  </a:t>
            </a:r>
            <a:r>
              <a:rPr lang="en-US" sz="3200" dirty="0"/>
              <a:t>The video must focus on the working demonstration of your project.</a:t>
            </a:r>
          </a:p>
          <a:p>
            <a:r>
              <a:rPr lang="en-US" sz="2800" dirty="0">
                <a:latin typeface="Arial Rounded MT Bold" panose="020F0704030504030204" pitchFamily="34" charset="0"/>
              </a:rPr>
              <a:t>Originality:  </a:t>
            </a:r>
            <a:r>
              <a:rPr lang="en-US" sz="3200" dirty="0"/>
              <a:t>The video must be original content created entirely by your team.</a:t>
            </a:r>
          </a:p>
          <a:p>
            <a:r>
              <a:rPr lang="en-US" sz="2800" dirty="0">
                <a:latin typeface="Arial Rounded MT Bold" panose="020F0704030504030204" pitchFamily="34" charset="0"/>
              </a:rPr>
              <a:t>Submission:  </a:t>
            </a:r>
            <a:r>
              <a:rPr lang="en-US" sz="3200" dirty="0"/>
              <a:t>Upload the final file to the Google Form provided in the prototype submission section.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51D7AD-B436-8E24-FCD9-86FB11892F5D}"/>
              </a:ext>
            </a:extLst>
          </p:cNvPr>
          <p:cNvSpPr txBox="1"/>
          <p:nvPr/>
        </p:nvSpPr>
        <p:spPr>
          <a:xfrm>
            <a:off x="4038600" y="1519906"/>
            <a:ext cx="975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Submission Guidelines </a:t>
            </a:r>
            <a:endParaRPr lang="en-IN" sz="44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73EAE4A-452B-CB57-8F8D-A12087773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B1799F-1B60-DAA0-AC7B-B31D962316DB}"/>
              </a:ext>
            </a:extLst>
          </p:cNvPr>
          <p:cNvSpPr/>
          <p:nvPr/>
        </p:nvSpPr>
        <p:spPr>
          <a:xfrm>
            <a:off x="-150312" y="9904214"/>
            <a:ext cx="184404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8A232B-81C7-67BA-B9D5-6DC0F7F6E045}"/>
              </a:ext>
            </a:extLst>
          </p:cNvPr>
          <p:cNvSpPr txBox="1"/>
          <p:nvPr/>
        </p:nvSpPr>
        <p:spPr>
          <a:xfrm>
            <a:off x="7772400" y="9925392"/>
            <a:ext cx="4191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@KEC PROJXPO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B452D5-4AB4-5C2F-4830-7E19A373EE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-50273"/>
            <a:ext cx="1972253" cy="131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34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434</Words>
  <Application>Microsoft Office PowerPoint</Application>
  <PresentationFormat>Custom</PresentationFormat>
  <Paragraphs>73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Algerian</vt:lpstr>
      <vt:lpstr>Calibri</vt:lpstr>
      <vt:lpstr>Times New Roman</vt:lpstr>
      <vt:lpstr>Arial Rounded MT Bold</vt:lpstr>
      <vt:lpstr>Wingdings</vt:lpstr>
      <vt:lpstr>ＭＳ Ｐゴシック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Keerthana</dc:creator>
  <cp:lastModifiedBy>KEERTHANA E</cp:lastModifiedBy>
  <cp:revision>6</cp:revision>
  <dcterms:created xsi:type="dcterms:W3CDTF">2006-08-16T00:00:00Z</dcterms:created>
  <dcterms:modified xsi:type="dcterms:W3CDTF">2026-03-11T16:44:18Z</dcterms:modified>
  <dc:identifier>DAHDofY5s4E</dc:identifier>
</cp:coreProperties>
</file>